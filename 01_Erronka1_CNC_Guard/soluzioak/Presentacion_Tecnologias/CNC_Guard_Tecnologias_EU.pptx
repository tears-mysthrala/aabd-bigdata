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orduko epea mantentze-lanak antolatzeko tartea izateko proposatu da. Lantegian erabili aurretik, mantentze-taldearekin kontrastatu behar da. Datu sintetikoek eta AI4Ik ez dute erabilgarritasun industriala frogatzen.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Jupyter analisia eta entrenamendua egiteko erabiliko da; Git eta Docker Compose laborategia erreproduzitzeko. Datu-baseen, panelen eta eredu nagusiaren aukeraketa eginda dago.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Aukera hauek egokitasun funtzionalean eta ikasgaien edukietan oinarritzen dira. Konparazio esperimentalik egin gabe, ez dugu Random Forest beste guztien gainetik dagoela baieztatzen.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Proposatutako erakustaldia: telemetria sintetikoa → Kafka → NiFi (baliozkotzea, historikoa eta InvokeHTTP) → FastAPI /predict → Elasticsearch/Kibana. Random Forest aurretik entrenatzen da. Integrazio osoaren proba oraindik egin gabe dago.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Laborategiko sarrerak tokiko fitxategiak dira. Mantentze-lanen CSVak eta logak sintetikoak izan daitezke integrazioa erakusteko, baina ez gaitasun industriala frogatzeko. Ez dugu MariaDB edo MongoDB hedatuko.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eta scikit-learn-ek datuak prestatu eta eredua offline entrenatzen dute. FastAPIk /health eta /predict eskaintzen ditu, eta NiFik InvokeHTTP erabiltzen du. uv bidez blokeatutako ingurunea mantentzen da. Ez dago inferentziarako Kafka kontsumitzaile independente bat.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Kafka/Record prozesadoreen izen zehatzak instalatutako NiFi bertsioaren araberakoak dira. Dokumentazio nagusia: https://nifi.apache.org/nifi-docs/user-guide.html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Laborategiak broker bakarra du; kontsumoa, berrirakurketa eta berrabiaraztea frogatu behar dira, erabilgarritasun handia aldarrikatu gabe. Dokumentazioa: https://kafka.apache.org/documentation/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egun proiektuko hipotesi bat dira, ez irakaslearen betebeharra edo lagin nahikoa izatearen froga. Laborategian ez ezabatu ebaluazio-datu multzoak atxikipen automatikoa aplikatzeagatik.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Iturri nagusia: https://duckdb.org/docs/stable/data/parquet/overview . Spark eskalatze-aukera gisa bakarrik gelditzen da, neurketek behar hori erakusten badute.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minutu eta 24 ordu hasierako diseinu-erabakiak dira. Benetako denbora-marka longitudinalik ez badago, uneko aldagaiak eta egoera-etiketa erabili; horrek ez du epe hori baliozkotzen.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Eredu-familiak bereizten ditugu aukeraketa arrazoitzeko. Random Forest ez da eredu konexionista, eta logika lausoko kidetasun-maila ez da probabilitate baten baliokidea.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Lehen prototipoan Mamdani dago; ez dugu zerbitzu berrian sartuko. Prototipo haren emaitza historikoek ez dute Random Forest-en errendimendua egiaztatzen.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predict_proba-ren irteera arrisku-score gisa interpretatzen dugu. Ez dugu kalibratutako probabilitatea dela esango baliozkotu gabe. Aurkezpen honek ez dakar errendimendu-neurketa berririk.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Iturria: https://scikit-learn.org/stable/modules/generated/sklearn.ensemble.IsolationForest.html . Erreferentzia egiaztaturik edo giza berrikuspenik gabe, bitxikeria puntuatzen duela bakarrik frogatzen da, ez matxurak identifikatzen dituela.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Aurreko prototipoaren AND araua baztertzen dugu, gainbegiratutako ereduak detektatutako matxurak ezaba ditzakeelako. Abisuak multzokatzeko politika probatu eta dokumentatu behar 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Erregresio logistikoa ebaluatzeko erreferentzia da, ez zerbitzurako hautatu gabeko beste aukera bat. F1 maximoa ez da nahitaez politika industrial onena: negozioaren onarpenerako benetako kostuak behar dira.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aukeratutako arkitekturaren parte da. NiFik Kafka kontsumitu eta InvokeHTTP bidez /predict deitzen du; ez dago Python kontsumitzaile independente bat. Latentzia, saiakera berriak, lehen daturik gabeko egoera eta 422/5xx akatsak neurtu behar dira.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egun hasierako proposamena dira; datuen tamainaren arabera neurtu behar da. Kibanak Elasticsearch kontsultatzen du, ez Kafka zuzenean. Ez dugu Streamlit/Grafana bidezko bigarren panelik jarriko.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Bilakaerarako serieak; lehentasunetarako barrak; erlazioetarako sakabanaketa; trazabilitaterako taula; erroreetarako matrizea. Grafiko bakoitza datu eta helburuen arabera justifikatzen da. Ez dago asmatutako pantaila-argazkirik.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konektatu makineria errealera OT diseinu espezifikorik eta baimenik gabe. Sailkapen juridikoa testuinguruaren araberakoa da: txostenak arriskuak aztertzen ditu, ez du lege-betetzea ziurtatzen.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Hz, 200 byte eta 90 egun proiektuaren hipotesiak dira. Ez dituzte erreplikak, zerbitzu-logak edo jatorrizko fitxategiak barne hartzen. Karga osoa sortu aurretik, disko erabilgarria egiaztatu.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Aukera guztiak diapositiba bakarrean laburbilduta. Kanpo-iturriak: https://docs.influxdata.com/influxdb/cloud/get-started/ ; https://opcfoundation.org/about/opc-technologies/opc-ua/ ; https://reference.opcfoundation.org/specs/OPC-10000-14/7.3.4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Diapositiba honek oraindik egiteko dagoen entrega definitzen du; ez du baieztatzen entrenamendua edo entrega egin denik.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Tokiko erakustaldi simulatua da, ez lantegiko ezarpena, erabilgarritasun handia edo 24 orduko aurreikuspenaren baliozkotzea.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READMEak dokumentatutako egoera da, ez gaur exekutatutako baliozkotzea. Aurkezpenak lana prestatzen du; ez du jadanik egindakoa edo falta dena nahasten.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Enuntziatuak 11 aste aurreikusten ditu. Taldeak benetako izenak eta datak jarri behar ditu; hemen agertzen diren rolak eta mugarriak proposamenak dira, ez Moodle-n egindako entregak.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Proposamenaren hautaketa amaituta dago. Eranskineko alternatibek ez dute lehen bertsiorako erabaki ireki berririk sortzen.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TRAZABILIDAD.md txostenak jatorrizko nahitaezko irizpideak, teknologien mapa eta aztertutako corpusa jasotzen ditu; hashak fuentes_manifest.json fitxategian daude. Ez dugu Moodle/Drive esteken eduki berririk deskargatu berrikuspen honetan.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CNC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Industria-datuak aztertzeko eta alertak sortzeko proposamen teknologikoa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679700"/>
            <a:ext cx="3505200" cy="33528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679700"/>
            <a:ext cx="50800" cy="33528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8067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Hautatutako bidea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76600"/>
            <a:ext cx="3098800" cy="255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Kafkak telemetria sintetikoa jasotzen du → NiFik baliozkotu eta eraldatu → FastAPIk Random Forest bidez inferentzia egin → Elasticsearch-ek indexatu → Kibanak bistaratu.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79700"/>
            <a:ext cx="3505200" cy="33528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79700"/>
            <a:ext cx="50800" cy="33528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8067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Historikoa eta anomaliak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3276600"/>
            <a:ext cx="3098800" cy="255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 eta DuckDB datu historikoak prestatzeko; Isolation Forest anomaliak hautemateko tresna osagarri gisa.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679700"/>
            <a:ext cx="3505200" cy="33528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679700"/>
            <a:ext cx="50800" cy="33528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8067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Gure konpromisoa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3276600"/>
            <a:ext cx="3098800" cy="255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Ikastaroan landutako teknologiekin arkitektura eraiki eta baliozkotzea. Aukerak amaieran azalduko ditugu; ez dira lehen bertsioaren parte.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Helburua eta irismena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24 orduko matxura-arriskua: diseinu-hipotesia, ez frogatutako emaitza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Negozio-testuingurua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Bilboko 50 CNC makina; enuntziatuak geldialdiaren kostua 1.200 €/ordu dela aurreikusten du. Sistemak ikuskapenak planifikatzen lagunduko luke.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Proposatutako helburua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Makina eta t une bakoitzerako, hurrengo 24 orduetan matxurarik izango den estimatzea, t unera arte ezagutzen diren aldagaiekin. 24 orduko epea gure proposamena 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Baliozkotzeko baldintza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Denboran zehar jasotako historikoa eta datatutako matxurak behar ditugu. AI4Irekin egoeraren sailkapena soilik erakuts daiteke; ez 24 orduko aurreikuspena.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Hartutako erabakiak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Funtzio bakoitzerako teknologia jakin bat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Datu-fluxua eta zerbitzua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Kafkak gertaerak jasotzen ditu; NiFik baliozkotu, eraldatu eta FastAPIri HTTP eskaerak egiten dizkio. Random Forest bereizitako zerbitzu batean exekutatzen 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Biltegiratzea eta kontsultak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Parquet-ek historikoa gordetzen du; DuckDBk datu multzoak kontsultatu eta prestatzen ditu; Elasticsearch-ek emaitzak indexatzen ditu; Kibana da panel operatibo bakarra.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Lehen bertsiotik kanpo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Ez dugu Streamlit, MongoDB, InfluxDB, Spark, LLM edo industria-eragingailurik hedatuko. FastAPI scoring-erako erabiliko da; Isolation Forest lagungarria da, ez alerta baztertzeko iragazkia.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Zergatik konbinazio hau?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Erronkari erantzun, ikastaroan landutako tresnekin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Integrazioa eta trazabilitatea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 eta Kafka ikastaroan landu ditugu: iturriak bateratu, akatsak aztertu eta gertaerak berriz prozesatzeko aukera ematen dute.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Datu tabularren ereduak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Forest-ek tenperatura, momentua, biraketa-abiadura eta higaduraren arteko elkarrekintzak aztertzen ditu. Isolation Forest-ek gainbegiratu gabeko ikaskuntza lantzeko balio du.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Historikoa eta ustiapena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Parquet/DuckDB entrenamenduko analisirako; Elasticsearch/Kibana kontsultak eta bistaratzea egiteko. Biltegi bakoitzak eginkizun bereizia 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Aukeratutako arkitektura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Fluxu bera erakustaldian eta simulatutako ustiapenean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Sarrera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CSV sintetikoa → Kafka cnc-telemetry-csv → NiFi; baliozkoak ez diren erregistroak DLQra, event_id bidez identifikatuta.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Inferentzia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NiFik ConvertRecord eta baliozkotzea egiten ditu → FastAPI /predict deitzen du InvokeHTTP bidez → alertak Elasticsearch-era eta Kibanara.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Historikoa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 eta DuckDB historikorako; Random Forest konexiorik gabe entrenatzen da eta FastAPIk zerbitzatzen du; Isolation Forest aparteko esperimentua 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sistemak IE1 b,c · IE3 a,d · Big Data aplikatua IE1 b,d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Datu-iturriak eta kontratua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Integraziorako hiru sarrera mota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Telemetria CSVan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machine_id, UTC timestamp, tenperatura, rpm, momentua, higadura eta quality_flag. Datu multzoak bibraziorik ez badu, ez dugu asmatuko.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Mantentze-lanen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machine_id, esku-hartzearen data, mota eta matxuraren data. Benetako historikoa dagoenean, testuingurua eta etorkizuneko etiketa emango ditu.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Ekipamenduaren logak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Jatorrizko testua gorde; makina, data eta kodea atera eta denbora-testuinguruarekin lotu. Gertaera bakoitzak event_id eta schema_version ditu; datu okerrak baztertu.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sistemak IE1 c · IE3 a · Big Data aplikatua IE5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Python prozesamendu osoan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Prestaketa eta inferentzia kode-base berean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Python, NumPy eta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Ikastaroan erabilitako lengoaia. NumPyk kalkulu numerikoa egiten du; pandasek taulak lotu eta iraganeko neurketetatik denbora-leihoak kalkulatzen ditu.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Prestaketarako pipeline-a, RandomForestClassifier eta IsolationForest. Norberak sortutako ereduak soilik gorde, eta bertsioa, aldagaiak eta parametroak erregistratu.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Kodearen egitura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Kontratuak, prestaketa, entrenamendua eta FastAPI zerbitzua modulu bereizietan; Jupyterren EDA. NiFik Kafka kontsumitu eta HTTP bidez scoring-a eskatzen 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Programazioa IE1 b,e · IE2 c,d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NiFi: eraikiko dugun fluxua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Ereduari datuak bidali aurretik baliozkotu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Hautatutako konfigurazioa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ConsumeKafka → ConvertRecord (CSVReader/JSON) → ValidateRecord, laborategi-ingurunean. Ez dago CNC errealekin loturarik.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Bideak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Baliozkoak → Elasticsearch eta POST /predict; baliogabeak edo HTTP 422 → berrogeialdia; HTTP 5xx → saiakera mugatuak.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Froga beharrezkoa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 fluxu esportatua, kontagailuak, backpressure, replay eta gelditze/berrabiarazte probak; integrazio osoa frogatu gabe dago.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aplikatua IE1 b · IE5 b · Big Data sistemak IE1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Kafka: topic-ak eta kontsumoa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NiFik Kafka kontsumitu eta irteerak koordinatzen ditu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Aukeratutako topic-a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cnc-telemetry-csv topic-a; machine_id gakoa, eta telemetria bakoitzerako SHA-256 bidezko event_id identifikatzailea.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Kontsumitzaile-taldea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NiFiko cnc-nifi-v1 taldeak Kafka kontsumitzen du, telemetria gordetzen du eta HTTP scoring zerbitzuari deitzen dio.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Egiaztatu beharreko bermea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Gutxienez behingo entrega (at-least-once) eta event_id bidezko deduplikazioa. Ez dugu muturretik muturrerako exactly-once bermatzen.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aplikatua IE1 b · Big Data sistemak IE3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Parquet: historikorako hautua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Entrenamendua eta emaitzak indize operatibotik kanpo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Zer gordeko dugu?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Baliozkotutako telemetria eta iragarpenak multzo bereizietan; egunaren araberako partizioak eta machine_id zutabea. Jatorrizko sarrerak eta bazterketak auditoretzarako.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Zergatik Parquet?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Datu-ingeniaritzan landutako formatu zutabekakoa eta konprimigarria. Zutabeak hautatu eta datu historikoak prestatzeko egokia.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Hasierako politika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Proposamena: 90 eguneko telemetria azterketa longitudinalerako, eta ebaluatutako datu multzoen bertsio guztiak. Benetako industria-politika finkatu aurretik dimentsionatu.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sistemak IE3 a,d · Big Data aplikatua IE1 d · IE5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DuckDB: datu multzoa prestatzea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SQL kontsultak Parquet historikoaren gainean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Kontsulta zehatzak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Denbora-tarteak eta makinak hautatu; mantentze-esku-hartzeak lotu; leihoak osatu eta entrenamendu, baliozkotze eta test zatiak prestatu.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Zergatik DuckDB?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Ikastaroan landu eta praktikatu dugu. pandasera pasa aurretik iragazteko balio du, banatutako motor bat administratu beharrik gabe.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Onartutako muga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Makina bakarrean dabil. RAM, denbora eta diskoa neurtu; banatutako fitxategien eta errepliken arriskuak dokumentatu, tokiko diseinua sistema banatua dela esan gabe.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sistemak IE1 b · Big Data aplikatua IE1 d · IE3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Datuen prestaketa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5 minutuko leihoak eta 24 orduko etiketak: proposamena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Garbiketa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Bereizi sentsore-akatsak eta muturreko balio sinesgarriak; jatorrizkoak eta kalitate-markak gorde. Ez interpolatu etorkizuneko datuetatik. Hutsuneak train zatian ikasitako medianekin bete.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Hasierako ezaugarriak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Uneko tenperatura, rpm, momentua eta higadura; makina bakoitzeko azken 5 minutuen batezbestekoa, desbideratzea eta joera. Iturriaren unitateak egokitu.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Etiketa eta zatiketa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y=1 baldin t eta t+24 h artean datatutako matxura badago. Jarraipen osoa ez duten laginak baztertu, eta leihoek edo etiketek zatiketen arteko datu-ihesik ez eragitea zaindu.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aplikatua IE5 b · Big Data sistemak IE1 c · Programazioa IE2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Aukeratutako AA mota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Zeregin zehatz baterako AA ahula eta ML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AA eta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Adimen artifizialak arrazoibidea eta ikaskuntza barne hartzen ditu. Gure aplikazioak ikaskuntza automatikoa erabiltzen du, neurketetatik eta historikotik ikasteko.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AA ahula eta indartsua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AA ahula: CNCaren arriskua aztertzeko zeregin espezifikoa. AA indartsua: askotariko zereginak orokorki ebazteko gaitasuna; ez dugu halakorik proposatzen edo frogatzen.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Sailkapena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Forest: gainbegiratutako ML tabularra. Isolation Forest: gainbegiratu gabeko ML. Arauak eta logika lausoa AA sinbolikoan sartzen dira; sare neuronalak konexionistak dira.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IE1 a,c · IE2 b,g · ML IE1 a,b · IE2 b,c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Kalitaterako eta berrikuspenerako arauak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Arau deterministak, beste motor lauso bat gehitu gabe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Erabiliko ditugun arauak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Timestamp baliogabea, unitate ezezaguna edo derrigorrezko eremurik eza → baztertu. Datu zaharregia → «egungo daturik ez»; ez «makina osasuntsua» lehenetsita.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Zergatik?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Arauek datuen kontratua zaintzen dute. Random Forest-ek etiketen araberako erlazioak ikasten ditu; Isolation Forest-ek bitxikeriak markatzen ditu. Ez dugu hirugarren arrisku-motorrik behar.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Ikasgaiarekin lotura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Logika lausoa teknika egokia eta azalgarri bat da, baina kidetasun-funtzioek eta arauek hautatutako nukleoak behar ez duen kalibrazio gehigarria ekarriko lukete.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IE1 c · IE2 b,g · ML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Random Forest: eredu nagusia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Gainbegiratutako ereduak sortzen du matxura-arriskuaren alerta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Zer ikasten du?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Funtzionamendu-baldintzen, denbora-ezaugarrien eta hautatutako epeko matxuren arteko erlazio ez-linealak, baliozko matxura-etiketak daudenean.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Hasierako konfigurazioa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200 zuhaitz; max_depth=12, min_samples_leaf=5, class_weight=balanced eta random_state=42. Hasierako parametroak dira: baliozkotzeak doikuntzak gidatuko ditu.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Zergatik aukeratu?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Ikastaroan landutako eredu tabularra; elkarrekintzak hartzen ditu kontuan eta ez du KNN/SVM bezalako eskalatzerik behar. Aldagaien garrantzia ez da kausalitatea.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ML IE3 c,f · IE6 a,b · Programazioa IE2 c,d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Isolation Forest: laguntzailea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Anomaliek berrikuspena eragiten dute, ez bigarren matxura-erabakia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Datuak eta erabilera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Funtzionamendu normaltzat hartutako datuekin entrenatu, halako historikoa dagoenean. Inferentzian eskuragarri dauden ezaugarri berak erabili, etorkizuneko etiketarik gabe.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Hasierako konfigurazioa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200 zuhaitz, max_samples=256 eta random_state=42. Score-a gorde; atalasea baliozkotzean aukeratu eta berrikusitako alertak erregistratu.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Eginkizun mugatua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Ohiz kanpoko patroiak edo erregimen berriak hautematea. Anomalia batek berrikuspen teknikoa eskatzen du; ez da berez matxura, eta ez du alerta gainbegiratua ezeztatzen.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ML IE4 b,c ·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Alerten politika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Bi abisu mota, AND adostasunik gabe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Matxura-arriskua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 ≥ baliozkotutako atalasea → planifika daitekeen ikuskapen-abisua. Erakutsi makina, unea, denbora-horizontea eta bertsioa.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Anomalia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Isolation Forest-ek bere atalasea gainditzen badu → egoera edo datua berrikusteko abisua, arrisku gainbegiratutik bereizia. Score-a eta arrazoia adierazi.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Ustiapena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Makina bereko abisu iraunkorrak multzokatu, lagin bakoitza intzidentzia berri bihur ez dadin. Teknikariak baieztatu, baztertu edo planifikatuko du; ez da CNCa automatikoki geldituko.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IE2 g · ML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Egin beharreko baliozkotzea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Arazo bera, zatiketa bera eta prestaketa koherentea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Zatiketak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Benetako historikoa: lehen %70 train, hurrengo %15 validation eta azken %15 test. Leihoen eta aurreikuspen-epearen artean datu-ihesa saihestu; datak eta makinak erregistratu.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Atalasea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Hasierako irizpide akademiko gisa, F1 maximizatzen duen atalasea validation zatian aukeratu. Recall, precision, negatibo faltsuak eta kostua jaso; ez egokitu test datuekin.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Amaierako proba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Test zatian behin ebaluatu: nahasmen-matrizea, F1, recall, aurreikuspen-aurrerapena eta alerta faltsuak makina/egun bakoitzeko. Alderatu «matxurarik ez» eta erregresio logistikoarekin.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ML IE3 c,f ·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FastAPI: inferentzia-zerbitzua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Eredua behin kargatu eta NiFiren eskaerei erantzun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Abioan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FastAPIren /health endpoint-ak eredua behin kargatzen du, eskema egiaztatuta eta tokiko sarbide mugatuarekin.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Gertaera bakoitzean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NiFik InvokeHTTP bidez /predict deitzen du, makina bereko sentsoreak eta iraganeko testuingurua emanez; aurreikuspena, score-a eta alerta-maila jasotzen ditu.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Erroreak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HTTP 422 → berrogeialdia; 5xx → saiakera mugatuak; datu historikorik gabeko hasiera esplizitua, eta makinetako eragingailuei agindurik ez.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Programazioa IE2 c,d · ML IE3 f · Big Data sistemak IE4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Elasticsearch eta Kibana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Kontsulta-biltegi bat eta panel operatibo bakarra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Elasticsearch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Iragarpen-indizea: timestamp (date), machine_id (keyword), score numerikoak, kalitatea eta model_version. event_id erabili dokumentu-ID gisa, saiakera errepikatuak idempotenteak izateko.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Kibana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Iragarpenentzako data view-a; makina, data eta alerta motaren araberako iragazkiak. Denbora-serieak, abisuen sailkapena eta erregistroen ikuspegia ikerketarako.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Hautuaren arrazoia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Ikastaroan landutako multzoak bilaketa, agregazioak eta bistaratzea batzen ditu. Hasierako proposamena: 30 egun emaitza operatiboentzat; historiko osoa Parquet-en.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sistemak IE2 a,b · IE4 e,f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Eraikiko dugun panela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Mantentze-lanerako galdera praktikoak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Egoera eta bilakaera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Makina bakoitzeko tenperatura/momentua eta arriskua denboran; esku-hartzeak eta hutsuneak markatu. Nola aldatu da makinaren egoera?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Zain dauden abisuak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Arriskuaren araberako makina-zerrenda eta anomalien zerrenda bereizia. Zer ikuskatu behar dugu, eta zer datu berrikusi?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Kalitatea eta ebaluazioa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Azken datuaren antzinatasuna, bazterketak eta atzerapena; rpm–momentu sakabanaketa. Nahasmen-matrizea eta baieztatutako alertak ebaluazioan.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Big Data sistemak IE2 a,b · IE4 f · ML IE6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Diseinuaren segurtasuna eta osotasuna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OT konexiorik gabeko tokiko bertsio erreproduzigarria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Datuen osotasuna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Eskema eta fitxategien hashak; sarrera, artxibo eta indexazio kontagailuak; event_id bidezko idempotentzia. Bikoizketak, berreskuratzea eta ustelkeria detektagarria probatu.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Laborategia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Docker Compose lokala NiFi, Kafka, Elasticsearch eta Kibanarako. Bolumen bereiziak eta ostalarira mugatutako sarbidea. Ostalari bakarrak ez du benetako erabilgarritasun handirik.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Pertsonen arriskuak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Ez gorde beharrezkoak ez diren operadore-identifikatzaileak. Sarbidea eta atxikipena zehaztu; alerta faltsuen, oharkabean igarotako matxuren eta makina-erregimenen araberako alborapena aztertu.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IE6 a,b · Big Data sistemak IE3 d · Big Data aplikatua IE3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Hasierako dimentsionamendua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Neurtu beharreko hipotesi zehatzak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Laborategiko karga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Simulazioa: 50 makina, segundo bakoitzeko erregistro bat → 4,32 milioi gertaera/egun. 200 byte/gertaera → 864 MB/egun; 90 egun → 77,76 GB, konpresiorik gabe.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Gaitasun-probak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Throughput-a, inferentziaren latentzia, kontsumitzaileen lag-a, RAMa eta diskoa neurtu. Parquet-en konpresioa eta indizeen benetako tamaina jaso; ez estrapolatu frogatu gabe.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Kostua eta balioa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Saihestutako orduak × 1.200 € − alerta faltsuak, ikuskapenak eta azpiegitura. Simulazioari ez diogu benetako aurrezkirik edo industria-errendimendurik egotziko.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Beste aukera batzuk, behar izanez gero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Ez dira lehen bertsioan sartuko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Datuak eta panela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InfluxDB/TimescaleDB eta Grafana, denbora-serieen pisua nagusitzen bada; MongoDB, dokumentu heterogeneoak funtsezkoak badira. Horrek Kibana erabakia berrikustea eskatuko luke.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Eredua eta eskalagarritasuna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Boosting, Random Forest-ekiko hobekuntza erreproduzigarria badakar; Spark, makina bakarrak baliabide edo denbora eskakizunak betetzen ez baditu. Ez gehitu frogarik gabe.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Industria-konexioa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OPC UA/MQTT, makina edo gateway bateragarrietarako. Ikastaroaren tokiko edukitik kanpoko luzapenak dira eta baimendutako probak eskatzen dituzte. Laborategiak fitxategiekin jarraitzen 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Lehen entrega: datuak eta entrenamendua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Eredu erreproduzigarri bat eraikitzea lehenetsi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Entregagaiak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JSON kontratua, jatorri ezaguneko sarrerak, Parquet datu multzoa eta DuckDB kontsulta; EDA koadernoa eta prestaketa/entrenamendu moduluak.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Aukeratutako ereduak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Norberak egindako Random Forest eta Isolation Forest, hash eta parametroekin. Zatiketen txostena eta oinarrizko erreferentzien konparazioa, garaile industrialik aldarrikatu gabe.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Onarpen-irizpideak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Kode erreproduzigarria, datu-ihesik eza frogatuta, metrikak eta erroreen azalpena. AI4I/datu sintetikoak badira, «egoera-sailkapenaren eta fluxuaren proba» dela esan.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Bigarren entrega: fluxu osoa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Berreskuratzea eta bistaratzea erakutsi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Entregagaiak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NiFiren process group esportatua, Kafka topic-ak eta kontsumitzaile-taldea, FastAPI zerbitzua, Elasticsearch mapping-ak eta Kibana panela, modu erreproduzigarrian.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Ohiko proba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Sarrera baliozko batek historiko-erregistroa, iragarpena eta bistaratzea sortzen ditu, event_id eta bertsio berarekin. Etapa bakoitzeko denborak neurtu.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Hutsegite-probak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Eremu baliogabea, mezu bikoiztua, kontsumitzailearen berrabiaraztea eta helmuga aldi baterako itzalita. Egiaztatu bazterketa, idempotentzia eta berrirakurketa.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Benetako abiapuntua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Analisirako azpiegitura berrerabili, erabakitzeko nukleoa aldatu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Eskuragarri dagoena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Mamdani + Isolation Forest prototipoa konparaziorako gordetzen da. Errepositorioan Random Forest eta API kodea daude, proba isolatuekin; fluxu osoa ez dago frogatuta.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Hartutako erabakia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 eredu nagusia izango da; Isolation Forest osagarria eta bereizia. Zerbitzu berrian AND araua kendu, eta aurreko prototipoa erreferentzia historiko gisa gorde.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Oraindik egiteko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Datu longitudinalak ebaluatu eta Kafka → NiFi → FastAPI → Elasticsearch/Kibana integrazioa exekutatu. Ez erabili metrika zaharrak bertsio berriaren errendimendu gisa.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Eraikuntza-plana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Hiru mugarri eta funtzio bakoitzerako ardura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1. mugarria: datuak eta eredua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Datu-ingeniaritzak kontratuak, historikoa eta kalitatea prestatuko ditu; modelatzeak etiketak, zatiketak, Random Forest eta Isolation Forest.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2. mugarria: integrazioa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Integrazio-taldeak Kafka eta NiFi → FastAPI konfiguratuko ditu; bistaratze-taldeak indizeak eta Kibana. Kate osoan event_id bera mantendu behar 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3. mugarria: defentsa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Irizpide nagusiak, metrikak, arriskuak, kostua eta mugak jasoko dituen txostena; ANEXO4n proposamena, ANEXO1en rolak, akordioak eta jarraipena.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Defendatuko dugun proposamena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Arkitektura bat, eredu nagusi bat eta panel bat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Konpromiso teknikoa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Kafka → NiFi → FastAPI (Python/scikit-learn, Random Forest) → Elasticsearch/Kibana. Isolation Forest osagarri; Parquet/DuckDB analisi historikorako.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Espero den emaitza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Makina, une, horizonte, kalitate eta bertsioarekin trazatu daitezkeen abisuak; historiko erreproduzigarria eta baliozkotze zein integrazio frogak.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Defentsaren mugak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Ikasgaietako irizpideak, inplementazioa eta oraindik falta diren frogak bereizita. Matxurak aurretik antzematea aldarrikatzeko, datu longitudinalak eta baliozkotze berezia behar dira.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Eranskina: nahitaezko irizpideak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Irizpideen eta diapositiben lotura: 1/3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AA · IE1 a,c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AAren printzipioak eta teknikak. 13. diapositiba. Dagokion exekuzio-froga oraindik falta 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7600" y="2235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AA · IE2 b,g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Ereduen sailkapena eta egokitasuna. 13. diapositiba. Dagokion exekuzio-froga oraindik falta 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5687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AA · IE6 a,b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Arriskuak eta pribatutasuna. 22. diapositiba. Dagokion exekuzio-froga oraindik falta 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7600" y="35687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ML · IE1 a,b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AA ahula/indartsua eta AA–ML lotura. 13. diapositiba. Exekuzio-froga falta 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902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ML · IE2 b,c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ML motak, erabilerak, teknikak eta tresnak. 13. diapositiba. Exekuzio-froga falta 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7600" y="49022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ML · IE3 c,f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Entrenamendua eta datu berriei buruzko iragarpenak. 15. diapositiba. Exekuzio-froga falta 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Eranskin honetako irizpide guztiak nahitaezkoak dira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Eranskina: nahitaezko irizpideak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Irizpideen eta diapositiben lotura: 2/3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ML · IE4 b,c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Gainbegiratu gabeko ikaskuntza ezaugarritzea eta aplikatzea. 16. diapositiba. Frogak falta dira.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7600" y="2235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ML · IE6 a,b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Egokitasuna eta ebaluazio praktikoa. 18. diapositiba. Frogak falta dira.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5687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Programazioa · IE1 b,e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Programazio-lengoaia eta programaren egitura. 7. diapositiba. Frogak falta dira.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7600" y="35687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Programazioa · IE2 c,d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Aplikazioa definitu eta inplementatzea. 19. diapositiba. Frogak falta dira.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902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Big Data sistemak · IE1 b,c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IE1/b → 11. diapositiba; IE1/c → 6. diapositiba. Exekuzioa oraindik frogatu gabe.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7600" y="49022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Big Data sistemak · IE2 a,b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Grafikoak sailkatzea eta helburuekin lotzea. 21. diapositiba. Frogak falta dira.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Eranskin honetako irizpide guztiak nahitaezkoak dira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Eranskina: nahitaezko irizpideak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Irizpideen eta diapositiben lotura: 3/3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Big Data sistemak · IE3 a,d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Datuen erauzketa, biltegiratzea eta segurtasuna. 10. diapositiba. Frogak falta dira.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7600" y="2235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Big Data sistemak · IE4 e,f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Prozesamendu automatikoa eta bistaratzea. 20. diapositiba. Frogak falta dira.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5687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Big Data aplikatua · IE1 b,d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IE1/b → 8. diapositiba; IE1/d → 11. diapositiba. Integrazioa egiteko dago.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7600" y="35687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Big Data aplikatua · IE3 a,b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Kalitatea eta osotasun-arriskuak datuak banatzean. 22. diapositiba. Frogak falta dira.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902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Big Data aplikatua · IE5 a,b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IE5/a → 6. diapositiba; IE5/b → 12. diapositiba. Baliozkotzea falta da.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Eranskin honetako irizpide guztiak nahitaezkoak dira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PROPOSAMEN TEKNOLOGIKOA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Eranskina: iturriak eta mugak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Proposamenaren trazabilitatea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Enuntziatua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1Erronka_ikaslearen_txostena.docx.pdf: 2.–7. orrialdeak, testuingurua eta irizpideak; 8.–13. orrialdeak, taldea, ebaluazioa eta plangintza.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Ikastaroko materialak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AA: kontzeptuak/logika lausoa/etika. ML: sarrera, ereduak eta baliozkotzea. Programazioa: datuak, APIa eta Streamlit. Big Data: ingeniaritza/Elastic. NiFi eta Kafka: praktikak.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Iturrien bereizketa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Diapositibetako oharrek tokiko fitxategiak eta kanpoko iturri nagusiak aipatzen dituzte. Prototipoaren READMEak egungo egoera azaltzen du; ez da irakasmaterialaren autoritate nagusia.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DISEINUA ETA IRISMENA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