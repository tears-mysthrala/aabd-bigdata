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Iraupen osoa 15:00.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da baieztapen juridikorik; kasuaren hipotesiak aurkeztu.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[1]; AI Act intended purpose [2].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5, 25, 32 [1].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5, 6, 35-36 [1]; AEPD EIPD [6].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12-15, 22 [1]; AI Act 86 [2].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Act 6, III. eranskina [2]; egutegia [3][7].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Act 14, 26 [2].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5, 25, 35 [1]; AI Act 9-10 [2].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32-35 [1]; erabilera-betebeharrak [2].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Gomendio didaktikoa.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[1]; AI Act eta egutegia [2][3][7].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Proiektu integratzailea · Aurkezpen exekutiboa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IE6 Marko legala · 11 diapositiba · gidoia + PPTX editagarria. Erabilera hipotetikoa — ez da compliance ziurtagiria.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· Ikasleei laguntza garaiz eskaintzea (0:30)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Tresna hipotetikoa eta gaurko erabaki-galdera: erabiltzeko baldintzak daude?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· Sistemaren xedea eta muga (1:00)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Datu agregatu mugatuak, laguntza-seinalea eta aldi baterako talde-proposamena; ez du nota, sarbide edo zigorrik erabakitzen.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· Datu-fluxua eta minimizazioa (1:30)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Iturri → seinale → irakaslearen berrikuspena → laguntza; beharra, hartzaileak eta ezabatzea mapatu.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· GDPR: lege-oinarria eta erantzukizuna (2:00)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Hezkuntza-eginkizuna eta benetako lege-oinarria egiaztatu; EIPDren beharra aurrez aztertu.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· Azalpena eta ikasleen eskubideak (1:30)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Zer datu, zertarako, zer erabakitzen duen irakasleak eta nola eskatu zuzenketa/giza berrikuspena.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 · AI Act: hezkuntza-sailkapena (2:00)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Errendimendua aurresan / taldeak bideratzeak III. eranskina ukitu dezake. Hipotesia: arrisku handia.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 · Giza gainbegiratze eraginkorra (1:30)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HITL: irakasleak egiaztatu, entzun, gomendioa gainditu eta arrazoia erregistratu.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· EEE: kaltea eta ekitatea (2:00)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Faltsu-negatiboak/positiboak, taldeko aldeak, etiketa eta automatizazio-alborapena.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 · Kexak eta gertakariak (1:00)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Berrikusi, laguntza arrunta mantendu, eraginari eutsi eta behar bada eten.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 · Alternatibak eta gomendioa (1:00)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Ohiko tutoretza, autoeskaera eta kontrol-zerrenda ez-automatikoak lehenik. Gomendioa: ALDATU.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 · Erabaki-ateak eta mugak (1:00)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Aurrera bakarrik oinarria, EIPD, sailkapena, kontratua, giza kontrola eta ebidentzia itxita. Iraupen osoa 15:00.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